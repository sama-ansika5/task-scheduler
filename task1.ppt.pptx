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6" r:id="rId9"/>
    <p:sldId id="262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618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Freeform 28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174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60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482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970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305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68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101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889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933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491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8604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6217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678675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0137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689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263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67493" y="25566"/>
            <a:ext cx="9169805" cy="6874935"/>
            <a:chOff x="-8467" y="-8468"/>
            <a:chExt cx="9169805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2063AE37-9A5C-CAC2-807F-D2119DF2C6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386262" y="3243262"/>
            <a:ext cx="371475" cy="371475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4B1496B-10C6-A455-251C-B35A74F801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386262" y="3243262"/>
            <a:ext cx="371475" cy="371475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E7DBDEB0-AEFF-11A4-DD68-E62BFADC78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386262" y="3243262"/>
            <a:ext cx="371475" cy="371475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B060AA5E-6012-34FB-B959-316200C1D0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386262" y="3243262"/>
            <a:ext cx="371475" cy="371475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5A366971-F74B-1D63-7355-AEE9D7B23B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386262" y="3243262"/>
            <a:ext cx="371475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8860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381000" y="1627988"/>
            <a:ext cx="7728858" cy="1621436"/>
          </a:xfrm>
        </p:spPr>
        <p:txBody>
          <a:bodyPr/>
          <a:lstStyle/>
          <a:p>
            <a:r>
              <a:rPr lang="en-IN" sz="4000" dirty="0"/>
              <a:t>TITLE:</a:t>
            </a:r>
            <a:r>
              <a:rPr sz="4000" dirty="0"/>
              <a:t>TASK SCHEDULER TO DO MANAGER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522514" y="3113314"/>
            <a:ext cx="6618513" cy="2743201"/>
          </a:xfrm>
        </p:spPr>
        <p:txBody>
          <a:bodyPr>
            <a:noAutofit/>
          </a:bodyPr>
          <a:lstStyle/>
          <a:p>
            <a:r>
              <a:rPr sz="3200" dirty="0"/>
              <a:t>Group Members:</a:t>
            </a:r>
          </a:p>
          <a:p>
            <a:r>
              <a:rPr sz="3200" dirty="0"/>
              <a:t>S. </a:t>
            </a:r>
            <a:r>
              <a:rPr sz="3200" dirty="0" err="1"/>
              <a:t>Ansika</a:t>
            </a:r>
            <a:r>
              <a:rPr sz="3200" dirty="0"/>
              <a:t> Reddy - 2510040071</a:t>
            </a:r>
          </a:p>
          <a:p>
            <a:r>
              <a:rPr sz="3200" dirty="0"/>
              <a:t>D. Sreenidhi Reddy - 2510030010</a:t>
            </a:r>
          </a:p>
          <a:p>
            <a:r>
              <a:rPr sz="3200" dirty="0"/>
              <a:t>S. Shruthi - 2510080028</a:t>
            </a:r>
          </a:p>
          <a:p>
            <a:endParaRPr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BE25D4-8DE3-D368-81F0-25756AD9C532}"/>
              </a:ext>
            </a:extLst>
          </p:cNvPr>
          <p:cNvSpPr txBox="1"/>
          <p:nvPr/>
        </p:nvSpPr>
        <p:spPr>
          <a:xfrm>
            <a:off x="1306285" y="5627915"/>
            <a:ext cx="7837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GUIDED </a:t>
            </a:r>
            <a:r>
              <a:rPr lang="en-IN" sz="3600" dirty="0" err="1"/>
              <a:t>BY:Dr.Mahesh</a:t>
            </a:r>
            <a:r>
              <a:rPr lang="en-IN" sz="3600" dirty="0"/>
              <a:t> Babu </a:t>
            </a:r>
            <a:r>
              <a:rPr lang="en-IN" sz="3600" dirty="0" err="1"/>
              <a:t>Arrama</a:t>
            </a:r>
            <a:endParaRPr lang="en-IN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2A4D24-CA19-8CC6-3DCD-5C3443D91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42" y="-173389"/>
            <a:ext cx="2126181" cy="10091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343" y="1371600"/>
            <a:ext cx="6270171" cy="558800"/>
          </a:xfrm>
        </p:spPr>
        <p:txBody>
          <a:bodyPr>
            <a:normAutofit fontScale="90000"/>
          </a:bodyPr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This project is a task scheduler that helps users manage daily tasks efficiently.</a:t>
            </a:r>
            <a:endParaRPr lang="en-IN" dirty="0"/>
          </a:p>
          <a:p>
            <a:r>
              <a:rPr lang="en-IN" dirty="0"/>
              <a:t>Helps users manage daily tasks efficiently</a:t>
            </a:r>
          </a:p>
          <a:p>
            <a:r>
              <a:rPr lang="en-IN" dirty="0"/>
              <a:t>Allows adding ,updating and deleting tasks</a:t>
            </a:r>
          </a:p>
          <a:p>
            <a:r>
              <a:rPr lang="en-IN" dirty="0"/>
              <a:t>Improves productivity and time management</a:t>
            </a:r>
          </a:p>
          <a:p>
            <a:r>
              <a:rPr lang="en-IN" dirty="0"/>
              <a:t>Simple and user friendly system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308A86-B190-7C24-3282-B96279860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5588"/>
            <a:ext cx="2576052" cy="12226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887" y="1317170"/>
            <a:ext cx="6565426" cy="613229"/>
          </a:xfrm>
        </p:spPr>
        <p:txBody>
          <a:bodyPr>
            <a:normAutofit fontScale="90000"/>
          </a:bodyPr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tasks</a:t>
            </a:r>
          </a:p>
          <a:p>
            <a:r>
              <a:t>• Delete tasks</a:t>
            </a:r>
          </a:p>
          <a:p>
            <a:r>
              <a:t>• Mark tasks as completed</a:t>
            </a:r>
          </a:p>
          <a:p>
            <a:r>
              <a:t>• Simple and user-friendly interface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69F50A-1DAC-DC2D-DB46-7E1E59547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7733"/>
            <a:ext cx="2696451" cy="12798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513" y="1153886"/>
            <a:ext cx="6434799" cy="776514"/>
          </a:xfrm>
        </p:spPr>
        <p:txBody>
          <a:bodyPr/>
          <a:lstStyle/>
          <a:p>
            <a:r>
              <a:rPr dirty="0"/>
              <a:t>How It Works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CD02B8E-2919-B127-C663-BF1F093D1B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2513" y="1573988"/>
            <a:ext cx="6520543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opens the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Scheduler To-Do Manager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enters a task in the input field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the task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memory/database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tasks are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displayed in a list format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can: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Add new tasks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Mark tasks as completed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Delete tasks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updates the task list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real-time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Completed tasks are visually differentiated for better tracking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FEB19C-EF6D-BE08-269F-07AB1356E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9666"/>
            <a:ext cx="2566220" cy="12179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086" y="1611086"/>
            <a:ext cx="6651172" cy="555171"/>
          </a:xfrm>
        </p:spPr>
        <p:txBody>
          <a:bodyPr>
            <a:normAutofit fontScale="90000"/>
          </a:bodyPr>
          <a:lstStyle/>
          <a:p>
            <a:r>
              <a:rPr lang="en-IN" dirty="0"/>
              <a:t>Task Code Screenshot and Output: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28E2AB-FD07-2D7A-9B1A-F0D87D666A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442" y="2386650"/>
            <a:ext cx="3244444" cy="25314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240EE3-7C45-F528-DAB1-E4FD66876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894" y="2315549"/>
            <a:ext cx="3244444" cy="26736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FCF212-2FCB-6111-26E6-7B3EDA3F05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28659"/>
            <a:ext cx="2576052" cy="12226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1C880-CE1D-8399-CD36-82A857DB0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87" y="1262742"/>
            <a:ext cx="5900056" cy="667657"/>
          </a:xfrm>
        </p:spPr>
        <p:txBody>
          <a:bodyPr>
            <a:normAutofit fontScale="90000"/>
          </a:bodyPr>
          <a:lstStyle/>
          <a:p>
            <a:r>
              <a:rPr lang="en-IN" dirty="0"/>
              <a:t>File Manager Code Screenshots and Output: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50450C-07C1-AFCE-393C-3141CE6863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142" y="2474207"/>
            <a:ext cx="3334674" cy="2469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FE4859-B831-94F7-8969-B5AAFD822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3914" y="2474207"/>
            <a:ext cx="3535442" cy="25005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2D2F04A-B3B6-36A1-9E57-3E8BDCB5E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9126"/>
            <a:ext cx="2566219" cy="121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866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F7250-EA04-9F5B-C5B3-B115D7192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015" y="1306285"/>
            <a:ext cx="7237586" cy="624113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TaskManager</a:t>
            </a:r>
            <a:r>
              <a:rPr lang="en-IN" dirty="0"/>
              <a:t> Code screenshots and output: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C12836-2F7B-4996-12D1-17CBEB34F1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014" y="2436211"/>
            <a:ext cx="2113494" cy="21787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50081A-9D1B-7B63-1E44-6536B9275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508" y="2339612"/>
            <a:ext cx="2261705" cy="21787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A0DA0D-E2F1-3717-20E1-1B857A33F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243013"/>
            <a:ext cx="2774445" cy="28813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D546F3-8B64-7203-590D-0A1EC9FAD7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24977"/>
            <a:ext cx="2812026" cy="133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264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ED6A1-8C02-8CA1-01AE-897CC8326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382486"/>
            <a:ext cx="7424057" cy="547914"/>
          </a:xfrm>
        </p:spPr>
        <p:txBody>
          <a:bodyPr>
            <a:normAutofit fontScale="90000"/>
          </a:bodyPr>
          <a:lstStyle/>
          <a:p>
            <a:r>
              <a:rPr lang="en-IN" dirty="0"/>
              <a:t>Main code Screenshots and output: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9A9669-969D-4C83-74FD-BBCB325497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485" y="2646863"/>
            <a:ext cx="3341915" cy="22807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0541C7-11A4-F91A-2A4B-8151D3C1A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027" y="2073468"/>
            <a:ext cx="3341915" cy="35017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D01C8A-0275-7711-8169-E8EF3BF115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-131800"/>
            <a:ext cx="2546556" cy="120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436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142" y="1582557"/>
            <a:ext cx="6347713" cy="1320800"/>
          </a:xfrm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AF4B293-5380-C81F-A9A8-8C89300326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0229" y="1920060"/>
            <a:ext cx="621708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manage tasks efficiently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productivity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to use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enhanced with more features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C275DF-C7AE-7A88-5CCA-0E8FCB299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4888" y="-228659"/>
            <a:ext cx="2878256" cy="13660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3D780-08CC-DBE7-C25C-83FE11EDA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874" y="2654524"/>
            <a:ext cx="7909812" cy="1548952"/>
          </a:xfrm>
        </p:spPr>
        <p:txBody>
          <a:bodyPr>
            <a:normAutofit/>
          </a:bodyPr>
          <a:lstStyle/>
          <a:p>
            <a:r>
              <a:rPr lang="en-IN" sz="4800" i="1" dirty="0"/>
              <a:t>THANKYOU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82582B3-605D-5D70-0213-74C7AFB26E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14810" y="8610600"/>
            <a:ext cx="505055" cy="2397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9A4608-DB52-8F4F-BEF6-CA01E4707141}"/>
              </a:ext>
            </a:extLst>
          </p:cNvPr>
          <p:cNvSpPr txBox="1"/>
          <p:nvPr/>
        </p:nvSpPr>
        <p:spPr>
          <a:xfrm>
            <a:off x="5367327" y="4652665"/>
            <a:ext cx="26452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-ANSIKA</a:t>
            </a:r>
            <a:br>
              <a:rPr lang="en-IN" dirty="0"/>
            </a:br>
            <a:r>
              <a:rPr lang="en-IN" dirty="0"/>
              <a:t>-SREENIDHI</a:t>
            </a:r>
            <a:br>
              <a:rPr lang="en-IN" dirty="0"/>
            </a:br>
            <a:r>
              <a:rPr lang="en-IN" dirty="0"/>
              <a:t>-SHRUTHI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3454B1-8495-D4D7-F3A6-00EF6357E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8659"/>
            <a:ext cx="2379406" cy="1129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72257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64</TotalTime>
  <Words>209</Words>
  <Application>Microsoft Office PowerPoint</Application>
  <PresentationFormat>On-screen Show (4:3)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TITLE:TASK SCHEDULER TO DO MANAGER</vt:lpstr>
      <vt:lpstr>Introduction</vt:lpstr>
      <vt:lpstr>Project Overview</vt:lpstr>
      <vt:lpstr>How It Works</vt:lpstr>
      <vt:lpstr>Task Code Screenshot and Output:</vt:lpstr>
      <vt:lpstr>File Manager Code Screenshots and Output:</vt:lpstr>
      <vt:lpstr>TaskManager Code screenshots and output:</vt:lpstr>
      <vt:lpstr>Main code Screenshots and output:</vt:lpstr>
      <vt:lpstr>Conclusion</vt:lpstr>
      <vt:lpstr>THANKYOU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ANSIKA REDDY</dc:creator>
  <cp:keywords/>
  <dc:description>generated using python-pptx</dc:description>
  <cp:lastModifiedBy>SHLOKA SREE V</cp:lastModifiedBy>
  <cp:revision>3</cp:revision>
  <dcterms:created xsi:type="dcterms:W3CDTF">2013-01-27T09:14:16Z</dcterms:created>
  <dcterms:modified xsi:type="dcterms:W3CDTF">2026-03-28T06:31:00Z</dcterms:modified>
  <cp:category/>
</cp:coreProperties>
</file>